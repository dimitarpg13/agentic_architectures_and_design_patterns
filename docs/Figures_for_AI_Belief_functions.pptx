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288" d="100"/>
          <a:sy n="288" d="100"/>
        </p:scale>
        <p:origin x="-5640" y="-2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7D2A3-3F50-38DC-21CC-EC6F756091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55ACA9-8887-8C61-37FB-A1B240631A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C03B7-8A6E-BA53-2ECB-C739FA613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C9257-F5B1-4F4A-B873-273F4C6E18CE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73FF0-A456-1911-1E0A-7D0A70317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31641-1159-86D6-70E8-5CF8478E3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47D3-0BBD-C540-8077-308E4594C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974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336D4-EE30-17D8-C127-65804CFFB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19B2C-D407-4D77-FB66-4B6ACE391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36F4A-9E9E-902B-3861-941B1F5E5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C9257-F5B1-4F4A-B873-273F4C6E18CE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BDB9D-5019-DBDA-38FC-C85129EAC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919F2-F0C9-F858-AE7F-A0F26DA38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47D3-0BBD-C540-8077-308E4594C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117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EA172-1112-86AD-D51A-9EF9678A5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8C75C6-F394-3408-518A-00C6AA83A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A20EB-41C0-7927-37F9-B702966CC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C9257-F5B1-4F4A-B873-273F4C6E18CE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53A2B-E19F-2EA9-065B-CF657776C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93C1B-EF67-FE4C-A44F-A2C7B9CCF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47D3-0BBD-C540-8077-308E4594C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59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B8179-5E4F-8036-FD1D-663574C86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59228-B4CB-6149-B805-9E8D57C354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F9CD6E-E4B8-BFC5-D258-997BFD97D0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56CCD3-2346-ECB9-8327-79F2B489F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C9257-F5B1-4F4A-B873-273F4C6E18CE}" type="datetimeFigureOut">
              <a:rPr lang="en-US" smtClean="0"/>
              <a:t>2/14/26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EE0D3-4236-985E-4533-0A53A4493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7F489-AFD5-B9B4-1627-45D789CA6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47D3-0BBD-C540-8077-308E4594C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152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4803E-F0F0-FECB-A2F1-37C9E8193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638D00-4646-A886-136A-91E1423EF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84F4C-6112-2BEB-1174-B34EC1BC72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9489FE-D720-5DDA-1A56-13FDC3EE3A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D489B3-0619-EBE0-F63C-48269DFE76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667DA2-BBDF-AA05-F7B7-41ACDF2D6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C9257-F5B1-4F4A-B873-273F4C6E18CE}" type="datetimeFigureOut">
              <a:rPr lang="en-US" smtClean="0"/>
              <a:t>2/14/26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85D80A-BFF7-CFC2-F545-85B0470B8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7EBABE-3895-0986-C41B-A1F4011C6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47D3-0BBD-C540-8077-308E4594C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70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2D8D4-DE3D-C314-0023-AA2D16D99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A3CC5-5D08-B783-D1DE-C6BD4A484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C9257-F5B1-4F4A-B873-273F4C6E18CE}" type="datetimeFigureOut">
              <a:rPr lang="en-US" smtClean="0"/>
              <a:t>2/14/26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7F1F99-74E8-DF47-ABD7-0DD793B67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D610CF-7048-C8E3-18E0-9A537E0D6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47D3-0BBD-C540-8077-308E4594C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071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77FD6D-F056-BA2C-F1B7-B4BB778B7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C9257-F5B1-4F4A-B873-273F4C6E18CE}" type="datetimeFigureOut">
              <a:rPr lang="en-US" smtClean="0"/>
              <a:t>2/14/26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DFBA1B-1B96-BD4D-C531-D45D8ED6C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1EF6B-846B-0308-42A5-4DA5B29EE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47D3-0BBD-C540-8077-308E4594C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497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A01D4-81EF-1E62-BB23-CBDA3E539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A7E1D-7AB3-C9CE-C10A-EDBC1FD90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29F58F-BCE9-9612-B5C7-315F9EEE7F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BD1E6F-B82B-51E2-2FBA-FB146EDE1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C9257-F5B1-4F4A-B873-273F4C6E18CE}" type="datetimeFigureOut">
              <a:rPr lang="en-US" smtClean="0"/>
              <a:t>2/14/26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EE6952-73FC-6DF2-AA34-59BA1A7F8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410614-47CB-722E-AB8E-91EC35D0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47D3-0BBD-C540-8077-308E4594C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380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03D04-0121-4E64-DB6A-FAE4F4648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350EB0-E009-68DE-856F-B1BFF4DDAA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3DB233-CDCC-9430-DA7A-1C74B71095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888C91-F821-A386-ED4D-9102944BA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C9257-F5B1-4F4A-B873-273F4C6E18CE}" type="datetimeFigureOut">
              <a:rPr lang="en-US" smtClean="0"/>
              <a:t>2/14/26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EB33B5-39FF-B66F-EAC5-12931EB8E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5D5230-B1FE-BFFC-070E-F520A9AFA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47D3-0BBD-C540-8077-308E4594C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23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2B348-6F77-D8AD-890C-7B0EA166E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37816A-CD5B-8AFF-EAD5-63BF2D5836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CF908-07C2-7B8F-DD1E-C1A43268C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C9257-F5B1-4F4A-B873-273F4C6E18CE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1590D-2838-AAB7-A8FD-41B4852ED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75441-14F5-A8FB-D63B-F45936F83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47D3-0BBD-C540-8077-308E4594C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10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A84080-9164-FE23-6C96-3B3EE1DBA2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6AC056-7875-C9DF-133C-C7E825C21C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0610C-747B-1DC8-AF58-DF82738C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C9257-F5B1-4F4A-B873-273F4C6E18CE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D8E4C-6D02-86AC-CA97-DFA85F7B5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B85C4-A90C-C7E8-FA43-8EACF6D5C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47D3-0BBD-C540-8077-308E4594C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082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F6647F-E3EC-6872-7D6E-A8CD26DF9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189BFB-A3CB-BFE9-6CBB-C41B490EB5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AB4A6-7931-7BDF-CF70-5895C36EF9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4C9257-F5B1-4F4A-B873-273F4C6E18CE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55827-F344-4D84-AB90-4D3AB6CBA1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9B743-7302-DAB8-F8A1-FF31659D1A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0447D3-0BBD-C540-8077-308E4594C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690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E2314AA-C12C-CD4A-3BEF-D1B2302F1541}"/>
              </a:ext>
            </a:extLst>
          </p:cNvPr>
          <p:cNvSpPr/>
          <p:nvPr/>
        </p:nvSpPr>
        <p:spPr>
          <a:xfrm>
            <a:off x="3432313" y="1865082"/>
            <a:ext cx="1501914" cy="635633"/>
          </a:xfrm>
          <a:prstGeom prst="rect">
            <a:avLst/>
          </a:prstGeom>
          <a:solidFill>
            <a:schemeClr val="accent1">
              <a:alpha val="371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Belief Revision Function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154BB79-B394-4C94-77BF-71F73F32664C}"/>
              </a:ext>
            </a:extLst>
          </p:cNvPr>
          <p:cNvSpPr/>
          <p:nvPr/>
        </p:nvSpPr>
        <p:spPr>
          <a:xfrm>
            <a:off x="5349461" y="1851358"/>
            <a:ext cx="1170609" cy="670972"/>
          </a:xfrm>
          <a:prstGeom prst="ellipse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Beliefs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D18F9E-9434-8A76-F37C-703515E7428B}"/>
              </a:ext>
            </a:extLst>
          </p:cNvPr>
          <p:cNvSpPr/>
          <p:nvPr/>
        </p:nvSpPr>
        <p:spPr>
          <a:xfrm>
            <a:off x="7087705" y="1839284"/>
            <a:ext cx="1501914" cy="635633"/>
          </a:xfrm>
          <a:prstGeom prst="rect">
            <a:avLst/>
          </a:prstGeom>
          <a:solidFill>
            <a:schemeClr val="accent1">
              <a:alpha val="371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Option Generation Function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4BE987B-001D-93C5-EB50-BB14D48713E3}"/>
              </a:ext>
            </a:extLst>
          </p:cNvPr>
          <p:cNvSpPr/>
          <p:nvPr/>
        </p:nvSpPr>
        <p:spPr>
          <a:xfrm>
            <a:off x="5349461" y="2957915"/>
            <a:ext cx="1170609" cy="670972"/>
          </a:xfrm>
          <a:prstGeom prst="ellipse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Desires</a:t>
            </a:r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272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8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Dimitar Gueorguiev</dc:creator>
  <cp:lastModifiedBy>Dimitar Gueorguiev</cp:lastModifiedBy>
  <cp:revision>2</cp:revision>
  <dcterms:created xsi:type="dcterms:W3CDTF">2026-02-14T21:50:04Z</dcterms:created>
  <dcterms:modified xsi:type="dcterms:W3CDTF">2026-02-15T03:19:54Z</dcterms:modified>
</cp:coreProperties>
</file>